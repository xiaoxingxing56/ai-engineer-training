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10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25B75-E8EC-9D63-02FF-3A2FB43B4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45181E-E4B1-D9A3-E861-583FCFFC3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B0F29A-D591-1233-CDE3-821FFC06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EF5655-721D-C9CD-3C75-E4933C04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570BC-E10A-8BBB-DA28-ABD3AC38B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62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9A822-B186-8868-3156-F6CE2638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753D8-D8F8-7CDD-EBCA-589691DE6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CB6AA-F630-4E44-7CF3-2D3736B8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92C68F-8464-4C0F-6EA8-EEDF9682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E9A500-AC0C-B843-C0C2-50AB6FDC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64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1B5A7-C5DE-1815-5343-FC9F41D06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03DD53-1A90-0B9D-288D-256CC22A4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B547CB-C3DA-911F-3C28-C9E0671E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8F872-9F03-DF26-1997-7E600A75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3FE6E-90E9-2962-9CD0-F4E63D95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8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48FCB-91B6-F8C6-B628-B095011C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533F21-547B-A8C0-C96E-CA186E109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A5C9CF-E628-C0A8-83AD-484236A47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C50A9-9DD3-F011-2370-261F40138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E56299-84CB-9C39-158C-022F7846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6DDDBF-DB1F-FA57-5A6C-755B6E44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63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00EE1-DF38-B516-6FA7-03DCB33E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292E16-73BB-4448-10A4-40B2EBAB6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32B270-76B6-46D5-01A4-50A003B16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A758B4-E2F0-DF49-D991-E00B5D18C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56ACD7-0B38-DF9E-2D32-8082D07D1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F22694-4AC4-8A4A-2D5C-3AF3A765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DD8DB6-8B27-CCBE-7E41-115AD0C59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5248E2-A5DA-B4CB-56F2-00697773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3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7B565-024B-8A0A-5740-573E5760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2A06AF-4406-9F68-4DD7-F234483A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69DBD6-9628-995B-8CDA-2E4027E8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F4046B-7E6B-F9DD-CF3E-848FAD25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97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BFAF90-8DDF-0556-E8CB-D3ADF215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B0EB80-F7A7-0B1D-E6C5-3D52A2BD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8E8C97-B051-A8DE-98CB-178AED60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62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749FF-7C1D-A649-6399-E0209599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7EA81-4785-E930-22B3-697C11167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08338E-0292-6520-C5C1-F00EF3700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E26918-A46E-0EB8-B112-85AFC045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7CE5E1-CE03-E2EC-4297-E96F22DE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3313D0-4EDF-68A5-19C1-7751AF7D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47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1A5D-345F-A861-F2D4-28E44540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F8244B-5845-10E6-0A50-30DCD22FE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F4AF92-E7AA-348B-4938-325691255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47110-167A-4DF5-D417-E8A4AEB5E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18D95A-D012-B6BF-2AD3-4B2AF73AA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3DF3B-694E-F1A7-FB2A-2018C0C0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58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22746-DA86-2802-F0E2-1127010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676343-12EB-D0D7-38DF-B4C859C2E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5E44B-7B5E-2244-A701-388B41E2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0C83B1-0E36-A535-1EF4-39C9DF69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0A92B-A09C-0843-7D69-74043A87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62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12915C-8147-C80A-EC1E-F7780A414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1169CC-79DB-345A-C946-D4FF5DF25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327349-372B-18B1-93FA-26B81A22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2514CB-BECE-108A-15A9-40AC41D0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B8008-35F9-F974-4AB1-C08EFC60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46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5857F0-FFBA-95A0-35E0-0B11B0CB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FAEEFB-1207-77E1-A03F-907A7D9A4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ACB543-BEEF-DC0C-619C-388958934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0F279-05DF-4EAF-A165-A84137D02043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DAD860-1CCF-E6E6-37E9-EABC74AB3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8C5C9-41B5-74FF-6F4E-B2D63AE37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85993-69AF-4BDB-9903-76558CC52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09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A2D2404-284A-59DD-7FB0-2C2EF83B75A7}"/>
              </a:ext>
            </a:extLst>
          </p:cNvPr>
          <p:cNvSpPr/>
          <p:nvPr/>
        </p:nvSpPr>
        <p:spPr>
          <a:xfrm>
            <a:off x="3028950" y="824874"/>
            <a:ext cx="8376201" cy="4085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防火墙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912BB-5361-BBEE-F8D7-F106288118FB}"/>
              </a:ext>
            </a:extLst>
          </p:cNvPr>
          <p:cNvSpPr/>
          <p:nvPr/>
        </p:nvSpPr>
        <p:spPr>
          <a:xfrm>
            <a:off x="225288" y="238539"/>
            <a:ext cx="1524932" cy="6553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09EBA8-98ED-F3E7-0B1F-0C0B95B35EB3}"/>
              </a:ext>
            </a:extLst>
          </p:cNvPr>
          <p:cNvSpPr txBox="1"/>
          <p:nvPr/>
        </p:nvSpPr>
        <p:spPr>
          <a:xfrm>
            <a:off x="225288" y="238538"/>
            <a:ext cx="1524932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/>
              <a:t>外部系统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50EEA2-3107-6C51-F3F3-D921456E74F9}"/>
              </a:ext>
            </a:extLst>
          </p:cNvPr>
          <p:cNvSpPr/>
          <p:nvPr/>
        </p:nvSpPr>
        <p:spPr>
          <a:xfrm>
            <a:off x="434008" y="511263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</a:rPr>
              <a:t>北森招聘系统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7F6F598-7BEF-8A3F-27D8-D1EC0658C8D7}"/>
              </a:ext>
            </a:extLst>
          </p:cNvPr>
          <p:cNvSpPr/>
          <p:nvPr/>
        </p:nvSpPr>
        <p:spPr>
          <a:xfrm>
            <a:off x="434008" y="893319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</a:rPr>
              <a:t>法大大电子签系统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4001CD0-6E48-9AA4-E725-E9C2C442ED13}"/>
              </a:ext>
            </a:extLst>
          </p:cNvPr>
          <p:cNvSpPr/>
          <p:nvPr/>
        </p:nvSpPr>
        <p:spPr>
          <a:xfrm>
            <a:off x="434008" y="1275375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</a:rPr>
              <a:t>公文发布系统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312C41-99AB-40F4-2700-A8DDD96A4169}"/>
              </a:ext>
            </a:extLst>
          </p:cNvPr>
          <p:cNvSpPr/>
          <p:nvPr/>
        </p:nvSpPr>
        <p:spPr>
          <a:xfrm>
            <a:off x="430695" y="1657431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</a:rPr>
              <a:t>资源中心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9B60826-6ACA-1519-1237-C518EDA3BD53}"/>
              </a:ext>
            </a:extLst>
          </p:cNvPr>
          <p:cNvSpPr/>
          <p:nvPr/>
        </p:nvSpPr>
        <p:spPr>
          <a:xfrm>
            <a:off x="430695" y="2039487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</a:rPr>
              <a:t>OA</a:t>
            </a:r>
            <a:r>
              <a:rPr lang="zh-CN" altLang="en-US" sz="900" b="1" dirty="0">
                <a:solidFill>
                  <a:schemeClr val="bg1"/>
                </a:solidFill>
              </a:rPr>
              <a:t>系统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84FBB56-AA81-054A-A6C1-CA96CA3368BC}"/>
              </a:ext>
            </a:extLst>
          </p:cNvPr>
          <p:cNvSpPr/>
          <p:nvPr/>
        </p:nvSpPr>
        <p:spPr>
          <a:xfrm>
            <a:off x="430695" y="2421543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</a:rPr>
              <a:t>考勤系统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08181F4-552C-0077-1B9B-4BC69D7B98E6}"/>
              </a:ext>
            </a:extLst>
          </p:cNvPr>
          <p:cNvSpPr/>
          <p:nvPr/>
        </p:nvSpPr>
        <p:spPr>
          <a:xfrm>
            <a:off x="430695" y="2769174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</a:rPr>
              <a:t>ichangan</a:t>
            </a:r>
            <a:endParaRPr lang="zh-CN" altLang="en-US" sz="900" b="1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45BFFC-CB1F-1A20-5FBB-538689529F34}"/>
              </a:ext>
            </a:extLst>
          </p:cNvPr>
          <p:cNvSpPr/>
          <p:nvPr/>
        </p:nvSpPr>
        <p:spPr>
          <a:xfrm>
            <a:off x="1991025" y="2107095"/>
            <a:ext cx="464654" cy="28160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长安</a:t>
            </a:r>
            <a:r>
              <a:rPr lang="en-US" altLang="zh-CN" sz="1200" dirty="0"/>
              <a:t>API</a:t>
            </a:r>
            <a:r>
              <a:rPr lang="zh-CN" altLang="en-US" sz="1200" dirty="0"/>
              <a:t>全生命周期系统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1FEF5E8-0F4B-E9D3-A228-B717E44D7A7C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1750220" y="3515139"/>
            <a:ext cx="240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FEAFC0B-8164-4D22-BB3B-BA69838942BF}"/>
              </a:ext>
            </a:extLst>
          </p:cNvPr>
          <p:cNvSpPr/>
          <p:nvPr/>
        </p:nvSpPr>
        <p:spPr>
          <a:xfrm>
            <a:off x="3028950" y="76199"/>
            <a:ext cx="8376201" cy="4085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客户端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6F97FB5-61B5-0184-0304-ACE1AD7F79BC}"/>
              </a:ext>
            </a:extLst>
          </p:cNvPr>
          <p:cNvSpPr/>
          <p:nvPr/>
        </p:nvSpPr>
        <p:spPr>
          <a:xfrm>
            <a:off x="430695" y="3157330"/>
            <a:ext cx="1159645" cy="27167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</a:rPr>
              <a:t>……</a:t>
            </a:r>
            <a:endParaRPr lang="zh-CN" altLang="en-US" sz="900" b="1" dirty="0">
              <a:solidFill>
                <a:schemeClr val="bg1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DE2BA9C-1C83-EB90-233B-D53550DF4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5905396"/>
            <a:ext cx="468070" cy="4680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A4A3005-189B-846C-092B-3D94D0461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848179"/>
            <a:ext cx="361950" cy="361950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5A6C029-F9E2-2EEA-3A6E-70D1A131A8F1}"/>
              </a:ext>
            </a:extLst>
          </p:cNvPr>
          <p:cNvCxnSpPr>
            <a:stCxn id="20" idx="2"/>
            <a:endCxn id="28" idx="0"/>
          </p:cNvCxnSpPr>
          <p:nvPr/>
        </p:nvCxnSpPr>
        <p:spPr>
          <a:xfrm>
            <a:off x="7217051" y="484759"/>
            <a:ext cx="0" cy="3401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8A1186C-CECC-6D3A-5419-F5D2B38BD0A4}"/>
              </a:ext>
            </a:extLst>
          </p:cNvPr>
          <p:cNvSpPr txBox="1"/>
          <p:nvPr/>
        </p:nvSpPr>
        <p:spPr>
          <a:xfrm>
            <a:off x="7217050" y="516316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https</a:t>
            </a:r>
            <a:endParaRPr lang="zh-CN" altLang="en-US" sz="1200" b="1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5E79B6C-6410-F981-3905-EDB4C45D4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245" y="1507969"/>
            <a:ext cx="481609" cy="481609"/>
          </a:xfrm>
          <a:prstGeom prst="rect">
            <a:avLst/>
          </a:prstGeom>
        </p:spPr>
      </p:pic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BA1F5F5-822D-D24B-4EED-0FBD6F90B448}"/>
              </a:ext>
            </a:extLst>
          </p:cNvPr>
          <p:cNvCxnSpPr>
            <a:stCxn id="28" idx="2"/>
            <a:endCxn id="33" idx="0"/>
          </p:cNvCxnSpPr>
          <p:nvPr/>
        </p:nvCxnSpPr>
        <p:spPr>
          <a:xfrm flipH="1">
            <a:off x="7217050" y="1233434"/>
            <a:ext cx="1" cy="2745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1121869-3D29-79E7-912D-D84E279CB968}"/>
              </a:ext>
            </a:extLst>
          </p:cNvPr>
          <p:cNvSpPr txBox="1"/>
          <p:nvPr/>
        </p:nvSpPr>
        <p:spPr>
          <a:xfrm>
            <a:off x="7152753" y="125806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负载均衡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C7F7ACC-38F2-D016-4243-635C6665C8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899" y="1502552"/>
            <a:ext cx="481609" cy="48160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8D772F5-1C22-3D1E-1B3C-A93348762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88" y="1502552"/>
            <a:ext cx="481609" cy="481609"/>
          </a:xfrm>
          <a:prstGeom prst="rect">
            <a:avLst/>
          </a:prstGeom>
        </p:spPr>
      </p:pic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0DA38F2-AA0C-C349-7F3B-AD5136CF9EBD}"/>
              </a:ext>
            </a:extLst>
          </p:cNvPr>
          <p:cNvCxnSpPr>
            <a:cxnSpLocks/>
            <a:stCxn id="28" idx="2"/>
            <a:endCxn id="38" idx="0"/>
          </p:cNvCxnSpPr>
          <p:nvPr/>
        </p:nvCxnSpPr>
        <p:spPr>
          <a:xfrm flipH="1">
            <a:off x="4761793" y="1233434"/>
            <a:ext cx="2455258" cy="2691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89B03B3-C4AF-B659-B53D-BFC272074395}"/>
              </a:ext>
            </a:extLst>
          </p:cNvPr>
          <p:cNvCxnSpPr>
            <a:cxnSpLocks/>
            <a:stCxn id="28" idx="2"/>
            <a:endCxn id="37" idx="0"/>
          </p:cNvCxnSpPr>
          <p:nvPr/>
        </p:nvCxnSpPr>
        <p:spPr>
          <a:xfrm>
            <a:off x="7217051" y="1233434"/>
            <a:ext cx="2410653" cy="2691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3D48DFB-7161-67D5-B34C-4663D51348D1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4761793" y="1984161"/>
            <a:ext cx="557401" cy="4109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76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Hongzhang Xiang</dc:creator>
  <cp:lastModifiedBy>Hongzhang Xiang</cp:lastModifiedBy>
  <cp:revision>4</cp:revision>
  <dcterms:created xsi:type="dcterms:W3CDTF">2026-02-07T11:02:59Z</dcterms:created>
  <dcterms:modified xsi:type="dcterms:W3CDTF">2026-02-07T12:39:30Z</dcterms:modified>
</cp:coreProperties>
</file>